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92" d="100"/>
          <a:sy n="192" d="100"/>
        </p:scale>
        <p:origin x="174" y="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7200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-914400" y="2141982"/>
            <a:ext cx="3657600" cy="3657600"/>
          </a:xfrm>
          <a:prstGeom prst="ellipse">
            <a:avLst/>
          </a:prstGeom>
          <a:solidFill>
            <a:srgbClr val="0D9488">
              <a:alpha val="10000"/>
            </a:srgbClr>
          </a:solidFill>
          <a:ln w="12700">
            <a:solidFill>
              <a:srgbClr val="0D948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86824" y="1157734"/>
            <a:ext cx="73152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033021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191338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잃어버린 유물을 되찾는 2D 플랫포머 게임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5738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프로젝트 최종 발표  |  Godot 4 / GDScript  |  2026.04.01 ~ 05.31</a:t>
            </a:r>
            <a:b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5702770 </a:t>
            </a:r>
            <a:r>
              <a:rPr lang="ko-KR" alt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김준형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181094"/>
            <a:ext cx="9144000" cy="9372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0" y="4498848"/>
            <a:ext cx="9052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github.com/JunhyeongKim1/Retrieve-game-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24128" y="12070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115568" y="11521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14447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선정 배경 및 벤치마킹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02920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24128" y="21214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15568" y="20665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 소개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5568" y="23591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스토리 &amp; 씬 흐름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0292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4128" y="30358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115568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구조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32735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상속 &amp; 파일 구성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8404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0292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24128" y="39502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115568" y="38953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 &amp; 스킬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15568" y="41879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이동/점프/유물 능력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983480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504688" y="12070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596128" y="11521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 &amp; UI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96128" y="14447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패턴 &amp; 인터페이스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0116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4983480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504688" y="21214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596128" y="20665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버그 &amp; 해결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596128" y="23591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장애요인과 해결 과정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29260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98348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504688" y="30358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596128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&amp; 결론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596128" y="32735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배운 것과 앞으로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선정 배경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계명대학교 </a:t>
            </a:r>
            <a:r>
              <a:rPr lang="en-US" sz="115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행소박물관</a:t>
            </a:r>
            <a:r>
              <a:rPr lang="en-US" sz="115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소장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유물을 게임 소재로 활용
</a:t>
            </a: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3종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청동검 · 금동관 · 노리개
</a:t>
            </a: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교육적 효과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게임 플레이 중 유물의
역사적·문화적 정보 자연스럽게 습득
</a:t>
            </a: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획득 → 고유 능력 해금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스토리와 게임플레이 연결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80060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91032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벤치마킹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585866"/>
              </p:ext>
            </p:extLst>
          </p:nvPr>
        </p:nvGraphicFramePr>
        <p:xfrm>
          <a:off x="4800600" y="1536192"/>
          <a:ext cx="3931920" cy="2584135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참고 요소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슈퍼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마리오</a:t>
                      </a:r>
                      <a:endParaRPr lang="en-US" sz="1600" dirty="0">
                        <a:solidFill>
                          <a:srgbClr val="000000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플랫포머 구조, 맵 설계,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</a:br>
                      <a:r>
                        <a:rPr lang="en-US" sz="140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아이템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ko-KR" alt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획득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53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Celeste</a:t>
                      </a:r>
                      <a:endParaRPr lang="en-US" altLang="ko-K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Coyote Time / Jump Buffer</a:t>
                      </a:r>
                      <a:endParaRPr lang="en-US" altLang="ko-K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 소개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54864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스토리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898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몬스터들에게 빼앗긴 박물관의 유물(청동검 · 금동관 · 노리개)을 되찾는 여정. 각 스테이지에서 유물을 수집하면 고유 능력이 해금되어 다음 스테이지를 공략할 수 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7432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메뉴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버튼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463040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591056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755648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755648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인트로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755648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스토리 완료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44368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072384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36976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236976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36976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청동검 수집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25696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553712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18304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718304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18304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금동관 수집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07024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035040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99632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199632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99632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노리개 수집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388352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516368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680960" y="2240280"/>
            <a:ext cx="118872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768096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엔딩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680960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클리어!</a:t>
            </a:r>
            <a:endParaRPr lang="en-US" sz="900" dirty="0"/>
          </a:p>
        </p:txBody>
      </p:sp>
      <p:sp>
        <p:nvSpPr>
          <p:cNvPr id="45" name="Shape 35">
            <a:extLst>
              <a:ext uri="{FF2B5EF4-FFF2-40B4-BE49-F238E27FC236}">
                <a16:creationId xmlns:a16="http://schemas.microsoft.com/office/drawing/2014/main" id="{E878B227-D79E-A329-27EB-8C180E0DD63F}"/>
              </a:ext>
            </a:extLst>
          </p:cNvPr>
          <p:cNvSpPr/>
          <p:nvPr/>
        </p:nvSpPr>
        <p:spPr>
          <a:xfrm>
            <a:off x="274320" y="454914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0D213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6">
            <a:extLst>
              <a:ext uri="{FF2B5EF4-FFF2-40B4-BE49-F238E27FC236}">
                <a16:creationId xmlns:a16="http://schemas.microsoft.com/office/drawing/2014/main" id="{82D933DD-A5BD-33F3-51C0-76F1259F1ED9}"/>
              </a:ext>
            </a:extLst>
          </p:cNvPr>
          <p:cNvSpPr/>
          <p:nvPr/>
        </p:nvSpPr>
        <p:spPr>
          <a:xfrm>
            <a:off x="274320" y="45491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4.x</a:t>
            </a:r>
            <a:endParaRPr lang="en-US" sz="1000" dirty="0"/>
          </a:p>
        </p:txBody>
      </p:sp>
      <p:sp>
        <p:nvSpPr>
          <p:cNvPr id="47" name="Shape 37">
            <a:extLst>
              <a:ext uri="{FF2B5EF4-FFF2-40B4-BE49-F238E27FC236}">
                <a16:creationId xmlns:a16="http://schemas.microsoft.com/office/drawing/2014/main" id="{2B1525C1-BAA4-4A44-8499-3C4F8C4A0A8A}"/>
              </a:ext>
            </a:extLst>
          </p:cNvPr>
          <p:cNvSpPr/>
          <p:nvPr/>
        </p:nvSpPr>
        <p:spPr>
          <a:xfrm>
            <a:off x="2423160" y="454914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0D213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8">
            <a:extLst>
              <a:ext uri="{FF2B5EF4-FFF2-40B4-BE49-F238E27FC236}">
                <a16:creationId xmlns:a16="http://schemas.microsoft.com/office/drawing/2014/main" id="{D2BEBBE1-B361-6A8A-4D27-B3C0DB95BF84}"/>
              </a:ext>
            </a:extLst>
          </p:cNvPr>
          <p:cNvSpPr/>
          <p:nvPr/>
        </p:nvSpPr>
        <p:spPr>
          <a:xfrm>
            <a:off x="2423160" y="45491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</a:t>
            </a:r>
            <a:endParaRPr lang="en-US" sz="1000" dirty="0"/>
          </a:p>
        </p:txBody>
      </p:sp>
      <p:sp>
        <p:nvSpPr>
          <p:cNvPr id="49" name="Shape 39">
            <a:extLst>
              <a:ext uri="{FF2B5EF4-FFF2-40B4-BE49-F238E27FC236}">
                <a16:creationId xmlns:a16="http://schemas.microsoft.com/office/drawing/2014/main" id="{A2188E09-C1DA-126E-0B6B-D44D7A133527}"/>
              </a:ext>
            </a:extLst>
          </p:cNvPr>
          <p:cNvSpPr/>
          <p:nvPr/>
        </p:nvSpPr>
        <p:spPr>
          <a:xfrm>
            <a:off x="4572000" y="454914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0D213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0">
            <a:extLst>
              <a:ext uri="{FF2B5EF4-FFF2-40B4-BE49-F238E27FC236}">
                <a16:creationId xmlns:a16="http://schemas.microsoft.com/office/drawing/2014/main" id="{71B77A66-12D2-ECEF-DA0D-A65CDB0405F8}"/>
              </a:ext>
            </a:extLst>
          </p:cNvPr>
          <p:cNvSpPr/>
          <p:nvPr/>
        </p:nvSpPr>
        <p:spPr>
          <a:xfrm>
            <a:off x="4572000" y="45491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000" dirty="0"/>
          </a:p>
        </p:txBody>
      </p:sp>
      <p:sp>
        <p:nvSpPr>
          <p:cNvPr id="51" name="Shape 41">
            <a:extLst>
              <a:ext uri="{FF2B5EF4-FFF2-40B4-BE49-F238E27FC236}">
                <a16:creationId xmlns:a16="http://schemas.microsoft.com/office/drawing/2014/main" id="{10A06DC1-9125-9AB7-12E2-5B381EC18B29}"/>
              </a:ext>
            </a:extLst>
          </p:cNvPr>
          <p:cNvSpPr/>
          <p:nvPr/>
        </p:nvSpPr>
        <p:spPr>
          <a:xfrm>
            <a:off x="6720840" y="454914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0D213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2">
            <a:extLst>
              <a:ext uri="{FF2B5EF4-FFF2-40B4-BE49-F238E27FC236}">
                <a16:creationId xmlns:a16="http://schemas.microsoft.com/office/drawing/2014/main" id="{95E90FA1-5496-7ABB-E4C0-4B3BCD2C498F}"/>
              </a:ext>
            </a:extLst>
          </p:cNvPr>
          <p:cNvSpPr/>
          <p:nvPr/>
        </p:nvSpPr>
        <p:spPr>
          <a:xfrm>
            <a:off x="6720840" y="45491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10/11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구조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클래스 상속 &amp; 파일 구성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51206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상속 구조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4389120" cy="274320"/>
          </a:xfrm>
          <a:prstGeom prst="rect">
            <a:avLst/>
          </a:prstGeom>
          <a:solidFill>
            <a:srgbClr val="1A2B4A"/>
          </a:solidFill>
          <a:ln w="635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30352" y="1536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CharacterBody2D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975104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22960" y="1883664"/>
            <a:ext cx="3840480" cy="274320"/>
          </a:xfrm>
          <a:prstGeom prst="rect">
            <a:avLst/>
          </a:prstGeom>
          <a:solidFill>
            <a:srgbClr val="E8F4F0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96112" y="18836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231136"/>
            <a:ext cx="4389120" cy="274320"/>
          </a:xfrm>
          <a:prstGeom prst="rect">
            <a:avLst/>
          </a:prstGeom>
          <a:solidFill>
            <a:srgbClr val="1A2B4A"/>
          </a:solidFill>
          <a:ln w="635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30352" y="22311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BaseEnemy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4360" y="2670048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22960" y="2578608"/>
            <a:ext cx="3840480" cy="274320"/>
          </a:xfrm>
          <a:prstGeom prst="rect">
            <a:avLst/>
          </a:prstGeom>
          <a:solidFill>
            <a:srgbClr val="E8F4F0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96112" y="2578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SlimeEnemy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0120" y="3017520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188720" y="2926080"/>
            <a:ext cx="3474720" cy="274320"/>
          </a:xfrm>
          <a:prstGeom prst="rect">
            <a:avLst/>
          </a:prstGeom>
          <a:solidFill>
            <a:srgbClr val="F1F5F9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261872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BlueSlime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0120" y="3364992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188720" y="3273552"/>
            <a:ext cx="3474720" cy="274320"/>
          </a:xfrm>
          <a:prstGeom prst="rect">
            <a:avLst/>
          </a:prstGeom>
          <a:solidFill>
            <a:srgbClr val="F1F5F9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" name="Text 21"/>
          <p:cNvSpPr/>
          <p:nvPr/>
        </p:nvSpPr>
        <p:spPr>
          <a:xfrm>
            <a:off x="1261872" y="32735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RedSlime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94360" y="3712464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822960" y="3621024"/>
            <a:ext cx="3840480" cy="274320"/>
          </a:xfrm>
          <a:prstGeom prst="rect">
            <a:avLst/>
          </a:prstGeom>
          <a:solidFill>
            <a:srgbClr val="E8F4F0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24"/>
          <p:cNvSpPr/>
          <p:nvPr/>
        </p:nvSpPr>
        <p:spPr>
          <a:xfrm>
            <a:off x="896112" y="3621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RangedEnemy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968496"/>
            <a:ext cx="4389120" cy="274320"/>
          </a:xfrm>
          <a:prstGeom prst="rect">
            <a:avLst/>
          </a:prstGeom>
          <a:solidFill>
            <a:srgbClr val="1A2B4A"/>
          </a:solidFill>
          <a:ln w="635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30352" y="3968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Area2D → BaseItem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4360" y="4407408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22960" y="4315968"/>
            <a:ext cx="3840480" cy="274320"/>
          </a:xfrm>
          <a:prstGeom prst="rect">
            <a:avLst/>
          </a:prstGeom>
          <a:solidFill>
            <a:srgbClr val="E8F4F0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896112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BronzeSword / GiltbronzeCrown / FanPendant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4617720"/>
            <a:ext cx="5120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274320" y="4617720"/>
            <a:ext cx="54864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457200" y="4663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전역 </a:t>
            </a:r>
            <a:r>
              <a:rPr lang="ko-KR" altLang="en-US" sz="1000" b="1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싱글톤</a:t>
            </a:r>
            <a:r>
              <a:rPr lang="en-US" altLang="ko-KR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Autoload  →  SoundManager  | 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PlayerData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0" y="1051560"/>
            <a:ext cx="32004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6" name="Shape 34"/>
          <p:cNvSpPr/>
          <p:nvPr/>
        </p:nvSpPr>
        <p:spPr>
          <a:xfrm>
            <a:off x="580644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91616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분류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806440" y="153619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스토리/메뉴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949440" y="1609344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7040880" y="153619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main_menu, intro, ending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806440" y="2011680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5806440" y="206654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스테이지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949440" y="2139696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7040880" y="206654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stage1~3, portal, MovingPlatform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806440" y="2542032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5806440" y="259689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949440" y="2670048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7040880" y="259689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player.tscn / player.gd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806440" y="3072384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5806440" y="312724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949440" y="3200400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7040880" y="3127248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Enemy, BlueSlime, RedSlime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RangedEnemy, Bullet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806440" y="3602736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5806440" y="365760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아이템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949440" y="3730752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7040880" y="36576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BaseItem + 유물 3종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06440" y="4133088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5806440" y="418795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949440" y="4261104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7040880" y="418795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HUD, ItemPopup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806440" y="4663440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5806440" y="471830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949440" y="4791456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7040880" y="471830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SoundManager, PlayerData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806440" y="5193792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 시스템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이동 / 점프 / 스킬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114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7552" y="12527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이동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80136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좌우 이동 + 가속/감속 처리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중력 적용 낙하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383280" y="123444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Text 10"/>
          <p:cNvSpPr/>
          <p:nvPr/>
        </p:nvSpPr>
        <p:spPr>
          <a:xfrm>
            <a:off x="33832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bg1"/>
                </a:solidFill>
              </a:rPr>
              <a:t>space</a:t>
            </a:r>
          </a:p>
        </p:txBody>
      </p:sp>
      <p:sp>
        <p:nvSpPr>
          <p:cNvPr id="13" name="Text 11"/>
          <p:cNvSpPr/>
          <p:nvPr/>
        </p:nvSpPr>
        <p:spPr>
          <a:xfrm>
            <a:off x="3959352" y="12527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점프 시스템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180136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점프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Coyote Time (절벽 끝 유예)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Buffer (착지 전 선입력)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355080" y="123444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355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b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31152" y="12527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더블 점프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180136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금동관 획득 후 해금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공중 1회 추가 점프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착지 시 초기화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2971800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11480" y="315468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114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87552" y="317296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 Q (청동검)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372160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청동검 획득 후 해금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내 적에게 공포 상태 적용, 재사용 대기시간 5초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쿨타임 오버레이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46120" y="2971800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17296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 W (노리개)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383280" y="372160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노리개 획득 후 해금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플랫폼(MovingPlatform) 활성화, 재사용 대기시간 7초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쿨타임 오버레이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2971800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355080" y="315468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3550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31152" y="317296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피격 / 무적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372160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take_damage(amount)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피격 후 무적 프레임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0 → 게임오버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스킬 명세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유물 획득 → 능력 해금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74320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74320" y="1097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청동검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" y="14264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280160" y="1828800"/>
            <a:ext cx="731520" cy="457200"/>
          </a:xfrm>
          <a:prstGeom prst="roundRect">
            <a:avLst>
              <a:gd name="adj" fmla="val 12000"/>
            </a:avLst>
          </a:prstGeom>
          <a:solidFill>
            <a:srgbClr val="1A2B4A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28016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3957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내 적에게 공포 상태 적용 (재사용 대기시간 5초)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219456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내 적에게 공포 상태 적용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재사용 대기시간: 5초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쿨타임 오버레이 표시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105156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200400" y="1051560"/>
            <a:ext cx="2743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3200400" y="1097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금동관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0400" y="14264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06240" y="1828800"/>
            <a:ext cx="731520" cy="457200"/>
          </a:xfrm>
          <a:prstGeom prst="roundRect">
            <a:avLst>
              <a:gd name="adj" fmla="val 12000"/>
            </a:avLst>
          </a:prstGeom>
          <a:solidFill>
            <a:srgbClr val="1A2B4A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20624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37560" y="23957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더블 점프 (공중 2단)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74720" y="2788920"/>
            <a:ext cx="219456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383280" y="285292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공중 체공 중 1회 추가 점프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착지 시 사용 횟수 초기화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Coyote Time 중 미소모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105156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26480" y="1051560"/>
            <a:ext cx="2743200" cy="64008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126480" y="1097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노리개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26480" y="14264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32320" y="1828800"/>
            <a:ext cx="731520" cy="457200"/>
          </a:xfrm>
          <a:prstGeom prst="roundRect">
            <a:avLst>
              <a:gd name="adj" fmla="val 12000"/>
            </a:avLst>
          </a:prstGeom>
          <a:solidFill>
            <a:srgbClr val="1A2B4A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13232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63640" y="23957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플랫폼(MovingPlatform) 활성화 (재사용 대기시간 7초)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0" y="2788920"/>
            <a:ext cx="219456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309360" y="285292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플랫폼(MovingPlatform) 활성화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재사용 대기시간: 7초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쿨타임 오버레이 표시</a:t>
            </a:r>
            <a:endParaRPr lang="en-US" sz="1000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ABFF00A-5AF0-3174-F020-8DD53606D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3506724"/>
            <a:ext cx="1219200" cy="12192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0CDFA27C-05A8-CB05-2D8E-ED8AD7B24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080" y="3032760"/>
            <a:ext cx="1524000" cy="2019300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39CDC44A-E96E-C96A-4ABA-2F6C8CAA84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2400" y="3477768"/>
            <a:ext cx="1219200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 &amp; UI/UX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29768" y="1097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 시스템 (BaseEnemy 상속)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74320" y="1417320"/>
            <a:ext cx="54864" cy="1920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38912" y="1481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BlueSlime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" y="1801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[근접형]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20848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순찰 → 감지 → 추격 → 근접 공격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41732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200400" y="1417320"/>
            <a:ext cx="54864" cy="1920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364992" y="1481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RedSlime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64992" y="1801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[강화 근접형]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64992" y="20848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BlueSlime + 빠른 이동속도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공격력 증가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41732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126480" y="1417320"/>
            <a:ext cx="54864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291072" y="1481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RangedEnemy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91072" y="1801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[원거리형]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91072" y="20848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제자리 고정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내 플레이어 감지 시 Bullet 발사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collision_mask=4로 플레이어 레이어 타격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52044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29768" y="3520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37490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84048" y="38130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4048" y="41330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좌측 상단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4048" y="43708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현재/최대 HP, 피격 시 색상 변화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87168" y="37490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596896" y="38130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 슬롯 Q·W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96896" y="41330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하단 중앙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596896" y="43708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아이콘 + 쿨타임 부채꼴 오버레이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0016" y="37490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809744" y="38130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아이템 팝업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9744" y="41330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중앙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09744" y="43708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이름/설명, 1초 후 Space로 닫기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12864" y="37490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022592" y="38130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게임오버 패널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022592" y="41330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화면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22592" y="43708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재시작 / 메인메뉴 버튼</a:t>
            </a:r>
            <a:endParaRPr lang="en-US" sz="900" dirty="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B30B1546-C5EA-105D-A14B-12D85C91C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648" y="1950720"/>
            <a:ext cx="1219200" cy="1219200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595D4CC-2C84-3F4C-5EDA-CAA58A137C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400"/>
                    </a14:imgEffect>
                    <a14:imgEffect>
                      <a14:saturation sat="24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34968" y="1950720"/>
            <a:ext cx="1219200" cy="1219200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D5833F11-8FA2-D4F8-90E5-18F2D945FD2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31152" y="1950720"/>
            <a:ext cx="1219200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버그 &amp; 해결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장애요인과 해결 과정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38912" y="11064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시작 즉사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39903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_calc_map_bounds()가 TileMap 로컬 좌표로 계산 → map_bottom이 시작 Y(580)보다 작은 값 산출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8912" y="1801368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2064" y="18013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@export 기본값(map_bottom=1000) 사용으로 대체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846320" y="1051560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10912" y="11064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카메라 범위 초과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10912" y="139903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cam.limit_left / limit_right 미설정 → 수평 스크롤 무제한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10912" y="1801368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084064" y="18013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_ready()에서 4방향 limit 전부 설정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350008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2350008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38912" y="2404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fanpendant UI 미표시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" y="269748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잘못된 파일명 로드 + expand_mode 충돌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38912" y="3099816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12064" y="30998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fanpendant_museum.png로 교체 + custom_minimum_size 명시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46320" y="2350008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846320" y="2350008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010912" y="2404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RangedEnemy 탄환 미작동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10912" y="269748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Bullet collision_mask가 플레이어 레이어와 불일치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10912" y="3099816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084064" y="30998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collision_mask=4 (플레이어 레이어)로 수정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648456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74320" y="3648456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38912" y="3703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 루프 미작동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" y="3995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finished 시그널 미연결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38912" y="4398264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12064" y="439826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finished.connect(_on_bgm_finished) 연결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46320" y="3648456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846320" y="3648456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010912" y="3703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아이템 팝업 즉시 닫힘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10912" y="3995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is_action_just_pressed 이벤트 타입 오류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10912" y="4398264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084064" y="439826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is_action_pressed + not is_echo() + 1초 딜레이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결과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전 항목 정상 통과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26187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10972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메인메뉴 → 인트로 → Stage1 → Stage2 → Stage3 → 엔딩 전체 흐름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983480" y="126187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3832" y="10972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 점프 (일반 / Coyote / Double / Jump Buffer)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11480" y="222199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1480" y="2221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41832" y="20574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 3종 AI (순찰 / 추격 / 공포 / 사망)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205740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983480" y="222199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983480" y="2221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513832" y="20574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아이템 3종 획득 및 능력 적용 (청동검 Q, 금동관 더블점프, 노리개 W)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301752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11480" y="318211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11480" y="31821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41832" y="30175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Stage3 포탈 — pendant 획득 후 개방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301752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983480" y="318211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983480" y="31821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13832" y="30175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게임오버 → 재시작(Stage1) / 메인메뉴 이동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97764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11480" y="414223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11480" y="4142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41832" y="3977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 스테이지별 재생 및 루프, 게임오버 시 정지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46320" y="397764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Shape 32"/>
          <p:cNvSpPr/>
          <p:nvPr/>
        </p:nvSpPr>
        <p:spPr>
          <a:xfrm>
            <a:off x="4983480" y="414223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983480" y="4142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13832" y="3977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SFX (점프, 피격, 아이템, 포탈, 게임오버)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전체 8개 항목 정상 통과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및 결론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성과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53619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49808" y="1508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 엔진으로 완성도 있는 2D 플랫포머 완성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03911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상속 기반 에너미 시스템 구축 (BaseEnemy → 3종)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254203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49808" y="2514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오토로드 싱글톤으로 전역 데이터 관리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04495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49808" y="3017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씬 전환 · 카메라 제한 · 패럴랙스 배경 구현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54787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49808" y="35204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원거리 공격 에너미, 이동 플랫폼 등 다양한 게임플레이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0" y="1051560"/>
            <a:ext cx="3200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80644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91616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기대효과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06440" y="1572768"/>
            <a:ext cx="2926080" cy="7498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897880" y="1572768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박물관 교육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55080" y="1920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초·중학생 대상 게임형 전시 연계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806440" y="2487168"/>
            <a:ext cx="2926080" cy="7498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897880" y="2487168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5508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문화재 홍보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508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지역 문화재 홍보 수단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06440" y="3401568"/>
            <a:ext cx="2926080" cy="7498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897880" y="3401568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55080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가능성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5508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추가 · 멀티플레이 기능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80560"/>
            <a:ext cx="8595360" cy="62179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274320" y="4480560"/>
            <a:ext cx="54864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57200" y="45079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"그동안 쌓아온 경험이 실제 프로젝트에서 어떻게 가치를 발휘하는지 직접 체감할 수 있었습니다."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371600"/>
            <a:ext cx="6400800" cy="64008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73152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 |  잃어버린 유물을 되찾는 2D 플랫포머 게임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457200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20240" y="3108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github.com/JunhyeongKim1/Retrieve-game-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3456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영상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3456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youtu.be/961TFhMLXEA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1062</Words>
  <Application>Microsoft Office PowerPoint</Application>
  <PresentationFormat>화면 슬라이드 쇼(16:9)</PresentationFormat>
  <Paragraphs>250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Retrieve 최종 발표</dc:title>
  <dc:subject>PptxGenJS Presentation</dc:subject>
  <dc:creator>PptxGenJS</dc:creator>
  <cp:lastModifiedBy>준형 김</cp:lastModifiedBy>
  <cp:revision>8</cp:revision>
  <dcterms:created xsi:type="dcterms:W3CDTF">2026-06-01T12:31:57Z</dcterms:created>
  <dcterms:modified xsi:type="dcterms:W3CDTF">2026-06-01T16:39:12Z</dcterms:modified>
</cp:coreProperties>
</file>