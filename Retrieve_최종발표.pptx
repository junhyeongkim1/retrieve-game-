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73152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잃어버린 유물을 되찾는 2D 플랫포머 게임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프로젝트 최종 발표  |  Godot 4 / GDScript  |  2026.04 – 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github.com/JunhyeongKim1/Retrieve-game-   |   시연 영상: youtu.be/961TFhMLXEA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1207008"/>
            <a:ext cx="182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152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 배경 및 벤치마킹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24128" y="2121408"/>
            <a:ext cx="182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0665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소개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 &amp; 씬 흐름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24128" y="3035808"/>
            <a:ext cx="182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980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273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상속 &amp; 파일 구성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4128" y="3950208"/>
            <a:ext cx="182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38953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&amp; 스킬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187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이동/점프/유물 능력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972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04688" y="1207008"/>
            <a:ext cx="182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1152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에너미 &amp;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패턴 &amp; 인터페이스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0116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8348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504688" y="2121408"/>
            <a:ext cx="182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0665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버그 &amp; 해결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장애요인과 해결 과정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834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504688" y="3035808"/>
            <a:ext cx="182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2980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&amp; 결론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96128" y="3273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것과 앞으로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 배경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계명대학교 행소박물관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실제 소장 유물을 게임 소재로 활용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 3종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청동검 · 금동관 · 노리개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교육적 효과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게임 플레이 중 유물의
역사적·문화적 정보 자연스럽게 습득
</a:t>
            </a:r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 획득 → 고유 능력 해금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스토리와 게임플레이 연결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벤치마킹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536192"/>
          <a:ext cx="3931920" cy="283464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참고 요소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슈퍼 마리오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플랫포머 구조, 맵 설계, 아이템 능력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Coyote Time / Jump Buffer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Hollow Knight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에너미 패턴, 스테이지 분위기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Godot 공식 문서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CharacterBody2D, TileMap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소개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몬스터들에게 빼앗긴 박물관의 유물(청동검 · 금동관 · 노리개)을 되찾는 여정. 각 스테이지에서 유물을 수집하면 고유 능력이 해금되어 다음 스테이지를 공략할 수 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188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메뉴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버튼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2651760"/>
            <a:ext cx="2926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55648" y="2240280"/>
            <a:ext cx="1188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55648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인트로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55648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 완료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44368" y="2651760"/>
            <a:ext cx="2926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36976" y="2240280"/>
            <a:ext cx="1188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36976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36976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청동검 수집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25696" y="2651760"/>
            <a:ext cx="2926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18304" y="2240280"/>
            <a:ext cx="1188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18304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18304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금동관 수집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07024" y="2651760"/>
            <a:ext cx="2926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99632" y="2240280"/>
            <a:ext cx="1188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99632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9632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노리개 수집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88352" y="2651760"/>
            <a:ext cx="2926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80960" y="2240280"/>
            <a:ext cx="1188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80960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0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클리어!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4.x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2316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2316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2084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클래스 상속 &amp; 파일 구성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120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상속 구조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4389120" cy="27432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36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CharacterBody2D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975104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83664"/>
            <a:ext cx="3840480" cy="274320"/>
          </a:xfrm>
          <a:prstGeom prst="rect">
            <a:avLst/>
          </a:prstGeom>
          <a:solidFill>
            <a:srgbClr val="E8F4F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883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4389120" cy="27432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31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BaseEnemy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670048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578608"/>
            <a:ext cx="3840480" cy="274320"/>
          </a:xfrm>
          <a:prstGeom prst="rect">
            <a:avLst/>
          </a:prstGeom>
          <a:solidFill>
            <a:srgbClr val="E8F4F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SlimeEnemy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3017520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2926080"/>
            <a:ext cx="34747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BlueSlime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0120" y="3364992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3273552"/>
            <a:ext cx="34747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RedSlime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712464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621024"/>
            <a:ext cx="3840480" cy="274320"/>
          </a:xfrm>
          <a:prstGeom prst="rect">
            <a:avLst/>
          </a:prstGeom>
          <a:solidFill>
            <a:srgbClr val="E8F4F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RangedEnemy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4389120" cy="27432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Area2D → BaseItem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407408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4315968"/>
            <a:ext cx="3840480" cy="274320"/>
          </a:xfrm>
          <a:prstGeom prst="rect">
            <a:avLst/>
          </a:prstGeom>
          <a:solidFill>
            <a:srgbClr val="E8F4F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BronzeSword / GiltbronzeCrown / FanPendant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61772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  →  SoundManager  |  PlayerData  (전역 싱글톤)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1051560"/>
            <a:ext cx="3200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06440" y="118872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16168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분류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06440" y="15361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스토리/메뉴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49440" y="1609344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15361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main_menu, intro, ending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06440" y="2011680"/>
            <a:ext cx="2834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2066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9440" y="2139696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206654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stage1~3, portal, MovingPlatform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06440" y="2542032"/>
            <a:ext cx="2834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25968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49440" y="2670048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25968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player.tscn / player.gd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06440" y="3072384"/>
            <a:ext cx="2834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06440" y="31272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에너미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49440" y="3200400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31272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Enemy, BlueSlime, RedSlime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RangedEnemy, Bullet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806440" y="3602736"/>
            <a:ext cx="2834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3657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49440" y="3730752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0" y="36576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BaseItem + 유물 3종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806440" y="4133088"/>
            <a:ext cx="2834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4187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49440" y="4261104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41879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HUD, ItemPopup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806440" y="4663440"/>
            <a:ext cx="2834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06440" y="47183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949440" y="4791456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SoundManager, PlayerData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806440" y="5193792"/>
            <a:ext cx="2834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시스템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이동 / 점프 / 스킬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252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이동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이동 + 가속/감속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중력 적용 낙하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344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59352" y="1252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점프 시스템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8013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점프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Coyote Time (절벽 끝 유예)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Buffer (착지 전 선입력)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2344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31152" y="1252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더블 점프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8013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금동관 획득 후 해금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공중 1회 추가 점프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시 초기화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3172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Q (청동검)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7216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청동검 획득 후 해금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내 적에게 공포 상태 적용, 재사용 대기시간 5초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쿨타임 오버레이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154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59352" y="3172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W (노리개)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7216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노리개 획득 후 해금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플랫폼(MovingPlatform) 활성화, 재사용 대기시간 7초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쿨타임 오버레이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71800"/>
            <a:ext cx="27432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154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31152" y="3172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피격 / 무적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7216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take_damage(amount)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피격 후 무적 프레임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0 → 게임오버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 스킬 명세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유물 획득 → 능력 해금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청동검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4264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182880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1A2B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95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내 적에게 공포 상태 적용 (재사용 대기시간 5초)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21945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529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내 적에게 공포 상태 적용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대기시간: 5초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쿨타임 오버레이 표시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2743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97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금동관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14264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182880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1A2B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395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더블 점프 (공중 2단)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788920"/>
            <a:ext cx="21945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8529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공중 체공 중 1회 추가 점프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시 사용 횟수 초기화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Coyote Time 중 미소모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0515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51560"/>
            <a:ext cx="274320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097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노리개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14264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182880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1A2B4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2395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플랫폼(MovingPlatform) 활성화 (재사용 대기시간 7초)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788920"/>
            <a:ext cx="21945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8529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플랫폼(MovingPlatform) 활성화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대기시간: 7초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쿨타임 오버레이 표시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유물을 획득하는 순간 팝업이 표시되며 게임이 일시정지됩니다. 1초 후 Space 키로 닫으면 즉시 사용 가능합니다.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에너미 &amp; UI/UX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에너미 시스템 (BaseEnemy 상속)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54864" cy="1920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81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BlueSlime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801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[근접형]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0848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순찰 → 감지 → 추격 → 근접 공격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54864" cy="1920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481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RedSlime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801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[강화 근접형]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20848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BlueSlime + 빠른 이동속도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공격력 증가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54864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481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RangedEnemy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1072" y="1801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[원거리형]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0848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제자리 고정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내 플레이어 감지 시 Bullet 발사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collision_mask=4로 플레이어 레이어 타격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520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3813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상단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현재/최대 HP, 피격 시 색상 변화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87168" y="374904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96896" y="3813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슬롯 Q·W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96896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중앙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96896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아이콘 + 쿨타임 부채꼴 오버레이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0016" y="374904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9744" y="3813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팝업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9744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중앙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9744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 이름/설명, 1초 후 Space로 닫기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12864" y="374904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22592" y="3813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게임오버 패널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22592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화면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22592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재시작 / 메인메뉴 버튼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버그 &amp; 해결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장애요인과 해결 과정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97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064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시작 즉사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990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_calc_map_bounds()가 TileMap 로컬 좌표로 계산 → map_bottom이 시작 Y(580)보다 작은 값 산출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801368"/>
            <a:ext cx="3931920" cy="329184"/>
          </a:xfrm>
          <a:prstGeom prst="rect">
            <a:avLst/>
          </a:prstGeom>
          <a:solidFill>
            <a:srgbClr val="0A2A1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801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@export 기본값(map_bottom=1000) 사용으로 대체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297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5156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1064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카메라 범위 초과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0912" y="13990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cam.limit_left / limit_right 미설정 → 수평 스크롤 무제한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10912" y="1801368"/>
            <a:ext cx="3931920" cy="329184"/>
          </a:xfrm>
          <a:prstGeom prst="rect">
            <a:avLst/>
          </a:prstGeom>
          <a:solidFill>
            <a:srgbClr val="0A2A1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1801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_ready()에서 4방향 limit 전부 설정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4297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0008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04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fanpendant UI 미표시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2697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잘못된 파일명 로드 + expand_mode 충돌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" y="3099816"/>
            <a:ext cx="3931920" cy="329184"/>
          </a:xfrm>
          <a:prstGeom prst="rect">
            <a:avLst/>
          </a:prstGeom>
          <a:solidFill>
            <a:srgbClr val="0A2A1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fanpendant_museum.png로 교체 + custom_minimum_size 명시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350008"/>
            <a:ext cx="4297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350008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404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RangedEnemy 탄환 미작동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2697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Bullet collision_mask가 플레이어 레이어와 불일치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10912" y="3099816"/>
            <a:ext cx="3931920" cy="329184"/>
          </a:xfrm>
          <a:prstGeom prst="rect">
            <a:avLst/>
          </a:prstGeom>
          <a:solidFill>
            <a:srgbClr val="0A2A1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collision_mask=4 (플레이어 레이어)로 수정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648456"/>
            <a:ext cx="4297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48456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703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루프 미작동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finished 시그널 미연결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" y="4398264"/>
            <a:ext cx="3931920" cy="329184"/>
          </a:xfrm>
          <a:prstGeom prst="rect">
            <a:avLst/>
          </a:prstGeom>
          <a:solidFill>
            <a:srgbClr val="0A2A1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43982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finished.connect(_on_bgm_finished) 연결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648456"/>
            <a:ext cx="4297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648456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703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팝업 즉시 닫힘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is_action_just_pressed 이벤트 타입 오류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10912" y="4398264"/>
            <a:ext cx="3931920" cy="329184"/>
          </a:xfrm>
          <a:prstGeom prst="rect">
            <a:avLst/>
          </a:prstGeom>
          <a:solidFill>
            <a:srgbClr val="0A2A1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84064" y="43982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is_action_pressed + not is_echo() + 1초 딜레이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결과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전 항목 정상 통과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097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메인메뉴 → 인트로 → Stage1 → Stage2 → Stage3 → 엔딩 전체 흐름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26187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13832" y="1097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점프 (일반 / Coyote / Double / Jump Buffer)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2199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에너미 3종 AI (순찰 / 추격 / 공포 / 사망)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05740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222199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3종 획득 및 능력 적용 (청동검 Q, 금동관 더블점프, 노리개 W)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8211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" y="3017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 포탈 — pendant 획득 후 개방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01752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318211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3017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게임오버 → 재시작(Stage1) / 메인메뉴 이동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14223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832" y="39776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스테이지별 재생 및 루프, 게임오버 시 정지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97764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414223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13832" y="39776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SFX (점프, 피격, 아이템, 포탈, 게임오버)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전체 8개 항목 정상 통과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결론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08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 엔진으로 완성도 있는 2D 플랫포머 완성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3911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 기반 에너미 시스템 구축 (BaseEnemy → 3종)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14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오토로드 싱글톤으로 전역 데이터 관리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4495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씬 전환 · 카메라 제한 · 패럴랙스 배경 구현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4787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원거리 공격 에너미, 이동 플랫폼 등 다양한 게임플레이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105156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18872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기대효과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1572768"/>
            <a:ext cx="2926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57276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박물관 교육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초·중학생 대상 게임형 전시 연계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2487168"/>
            <a:ext cx="2926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48716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문화재 홍보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문화재 홍보 수단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06440" y="3401568"/>
            <a:ext cx="2926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40156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5508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가능성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 추가 · 멀티플레이 기능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480560"/>
            <a:ext cx="8595360" cy="6217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480560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079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"그동안 쌓아온 경험이 실제 프로젝트에서 어떻게 가치를 발휘하는지 직접 체감할 수 있었습니다."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6400800" cy="6400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 |  잃어버린 유물을 되찾는 2D 플랫포머 게임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457200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github.com/JunhyeongKim1/Retrieve-game-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영상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youtu.be/961TFhMLXEA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Retrieve 최종 발표</dc:title>
  <dc:subject>PptxGenJS Presentation</dc:subject>
  <dc:creator>PptxGenJS</dc:creator>
  <cp:lastModifiedBy>PptxGenJS</cp:lastModifiedBy>
  <cp:revision>1</cp:revision>
  <dcterms:created xsi:type="dcterms:W3CDTF">2026-06-01T12:31:57Z</dcterms:created>
  <dcterms:modified xsi:type="dcterms:W3CDTF">2026-06-01T12:31:57Z</dcterms:modified>
</cp:coreProperties>
</file>